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Oswald Bold" charset="1" panose="00000800000000000000"/>
      <p:regular r:id="rId13"/>
    </p:embeddedFont>
    <p:embeddedFont>
      <p:font typeface="Montserrat Bold" charset="1" panose="00000800000000000000"/>
      <p:regular r:id="rId14"/>
    </p:embeddedFont>
    <p:embeddedFont>
      <p:font typeface="Oswald" charset="1" panose="00000500000000000000"/>
      <p:regular r:id="rId15"/>
    </p:embeddedFont>
    <p:embeddedFont>
      <p:font typeface="DM Sans" charset="1" panose="00000000000000000000"/>
      <p:regular r:id="rId16"/>
    </p:embeddedFont>
    <p:embeddedFont>
      <p:font typeface="DM Sans Bold" charset="1" panose="00000000000000000000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8.png" Type="http://schemas.openxmlformats.org/officeDocument/2006/relationships/image"/><Relationship Id="rId5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svg" Type="http://schemas.openxmlformats.org/officeDocument/2006/relationships/image"/><Relationship Id="rId4" Target="../media/image4.png" Type="http://schemas.openxmlformats.org/officeDocument/2006/relationships/image"/><Relationship Id="rId5" Target="../media/image9.png" Type="http://schemas.openxmlformats.org/officeDocument/2006/relationships/image"/><Relationship Id="rId6" Target="../embeddings/oleObject1.bin" Type="http://schemas.openxmlformats.org/officeDocument/2006/relationships/oleObject"/><Relationship Id="rId7" Target="../media/image10.png" Type="http://schemas.openxmlformats.org/officeDocument/2006/relationships/image"/><Relationship Id="rId8" Target="../embeddings/oleObject2.bin" Type="http://schemas.openxmlformats.org/officeDocument/2006/relationships/oleObject"/><Relationship Id="rId9" Target="../media/image11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Relationship Id="rId5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4.png" Type="http://schemas.openxmlformats.org/officeDocument/2006/relationships/image"/><Relationship Id="rId7" Target="../media/image14.png" Type="http://schemas.openxmlformats.org/officeDocument/2006/relationships/image"/><Relationship Id="rId8" Target="../media/image15.png" Type="http://schemas.openxmlformats.org/officeDocument/2006/relationships/image"/><Relationship Id="rId9" Target="../media/image1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659121">
            <a:off x="10659648" y="3246304"/>
            <a:ext cx="12525650" cy="12852812"/>
          </a:xfrm>
          <a:custGeom>
            <a:avLst/>
            <a:gdLst/>
            <a:ahLst/>
            <a:cxnLst/>
            <a:rect r="r" b="b" t="t" l="l"/>
            <a:pathLst>
              <a:path h="12852812" w="12525650">
                <a:moveTo>
                  <a:pt x="0" y="0"/>
                </a:moveTo>
                <a:lnTo>
                  <a:pt x="12525649" y="0"/>
                </a:lnTo>
                <a:lnTo>
                  <a:pt x="12525649" y="12852813"/>
                </a:lnTo>
                <a:lnTo>
                  <a:pt x="0" y="128528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3805786" y="-7392626"/>
            <a:ext cx="13641413" cy="13997719"/>
          </a:xfrm>
          <a:custGeom>
            <a:avLst/>
            <a:gdLst/>
            <a:ahLst/>
            <a:cxnLst/>
            <a:rect r="r" b="b" t="t" l="l"/>
            <a:pathLst>
              <a:path h="13997719" w="13641413">
                <a:moveTo>
                  <a:pt x="0" y="0"/>
                </a:moveTo>
                <a:lnTo>
                  <a:pt x="13641413" y="0"/>
                </a:lnTo>
                <a:lnTo>
                  <a:pt x="13641413" y="13997719"/>
                </a:lnTo>
                <a:lnTo>
                  <a:pt x="0" y="1399771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236347" y="3202251"/>
            <a:ext cx="9815307" cy="1941249"/>
            <a:chOff x="0" y="0"/>
            <a:chExt cx="1895495" cy="37488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895495" cy="374887"/>
            </a:xfrm>
            <a:custGeom>
              <a:avLst/>
              <a:gdLst/>
              <a:ahLst/>
              <a:cxnLst/>
              <a:rect r="r" b="b" t="t" l="l"/>
              <a:pathLst>
                <a:path h="374887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374887"/>
                  </a:lnTo>
                  <a:lnTo>
                    <a:pt x="0" y="374887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19050"/>
              <a:ext cx="1895495" cy="3939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71844" y="5634468"/>
            <a:ext cx="9815307" cy="1941249"/>
            <a:chOff x="0" y="0"/>
            <a:chExt cx="1895495" cy="374887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895495" cy="374887"/>
            </a:xfrm>
            <a:custGeom>
              <a:avLst/>
              <a:gdLst/>
              <a:ahLst/>
              <a:cxnLst/>
              <a:rect r="r" b="b" t="t" l="l"/>
              <a:pathLst>
                <a:path h="374887" w="1895495">
                  <a:moveTo>
                    <a:pt x="0" y="0"/>
                  </a:moveTo>
                  <a:lnTo>
                    <a:pt x="1895495" y="0"/>
                  </a:lnTo>
                  <a:lnTo>
                    <a:pt x="1895495" y="374887"/>
                  </a:lnTo>
                  <a:lnTo>
                    <a:pt x="0" y="374887"/>
                  </a:lnTo>
                  <a:close/>
                </a:path>
              </a:pathLst>
            </a:custGeom>
            <a:solidFill>
              <a:srgbClr val="1A1A1A"/>
            </a:solidFill>
            <a:ln w="38100" cap="sq">
              <a:solidFill>
                <a:srgbClr val="FDFBFB"/>
              </a:solidFill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76200"/>
              <a:ext cx="1895495" cy="4510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6850"/>
                </a:lnSpc>
                <a:spcBef>
                  <a:spcPct val="0"/>
                </a:spcBef>
              </a:pPr>
              <a:r>
                <a:rPr lang="en-US" b="true" sz="4963" spc="486">
                  <a:solidFill>
                    <a:srgbClr val="F2F4F5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Termino de </a:t>
              </a:r>
              <a:r>
                <a:rPr lang="en-US" b="true" sz="4963" spc="486" strike="noStrike" u="none">
                  <a:solidFill>
                    <a:srgbClr val="F2F4F5"/>
                  </a:solidFill>
                  <a:latin typeface="Oswald Bold"/>
                  <a:ea typeface="Oswald Bold"/>
                  <a:cs typeface="Oswald Bold"/>
                  <a:sym typeface="Oswald Bold"/>
                </a:rPr>
                <a:t>Sprint 7</a:t>
              </a: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5642322" y="0"/>
            <a:ext cx="2560301" cy="2560301"/>
          </a:xfrm>
          <a:custGeom>
            <a:avLst/>
            <a:gdLst/>
            <a:ahLst/>
            <a:cxnLst/>
            <a:rect r="r" b="b" t="t" l="l"/>
            <a:pathLst>
              <a:path h="2560301" w="2560301">
                <a:moveTo>
                  <a:pt x="0" y="0"/>
                </a:moveTo>
                <a:lnTo>
                  <a:pt x="2560301" y="0"/>
                </a:lnTo>
                <a:lnTo>
                  <a:pt x="2560301" y="2560301"/>
                </a:lnTo>
                <a:lnTo>
                  <a:pt x="0" y="2560301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236347" y="3438109"/>
            <a:ext cx="9815307" cy="11869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748"/>
              </a:lnSpc>
            </a:pPr>
            <a:r>
              <a:rPr lang="en-US" b="true" sz="7063" spc="69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BEATBOX CHILE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887923">
            <a:off x="12564157" y="-8669322"/>
            <a:ext cx="13977230" cy="14342307"/>
          </a:xfrm>
          <a:custGeom>
            <a:avLst/>
            <a:gdLst/>
            <a:ahLst/>
            <a:cxnLst/>
            <a:rect r="r" b="b" t="t" l="l"/>
            <a:pathLst>
              <a:path h="14342307" w="13977230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580377">
            <a:off x="12764389" y="4378355"/>
            <a:ext cx="12102934" cy="12419055"/>
          </a:xfrm>
          <a:custGeom>
            <a:avLst/>
            <a:gdLst/>
            <a:ahLst/>
            <a:cxnLst/>
            <a:rect r="r" b="b" t="t" l="l"/>
            <a:pathLst>
              <a:path h="12419055" w="12102934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4467" y="6715477"/>
            <a:ext cx="3120959" cy="3120959"/>
          </a:xfrm>
          <a:custGeom>
            <a:avLst/>
            <a:gdLst/>
            <a:ahLst/>
            <a:cxnLst/>
            <a:rect r="r" b="b" t="t" l="l"/>
            <a:pathLst>
              <a:path h="3120959" w="3120959">
                <a:moveTo>
                  <a:pt x="0" y="0"/>
                </a:moveTo>
                <a:lnTo>
                  <a:pt x="3120959" y="0"/>
                </a:lnTo>
                <a:lnTo>
                  <a:pt x="3120959" y="3120959"/>
                </a:lnTo>
                <a:lnTo>
                  <a:pt x="0" y="3120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840489" y="1156325"/>
            <a:ext cx="11715789" cy="124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72"/>
              </a:lnSpc>
              <a:spcBef>
                <a:spcPct val="0"/>
              </a:spcBef>
            </a:pPr>
            <a:r>
              <a:rPr lang="en-US" b="true" sz="737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LOGROS ULTIMO SPRINT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4455296" y="2658606"/>
            <a:ext cx="8938066" cy="2874430"/>
            <a:chOff x="0" y="0"/>
            <a:chExt cx="11917421" cy="3832573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15788" y="1152960"/>
              <a:ext cx="9509794" cy="26796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26"/>
                </a:lnSpc>
              </a:pPr>
              <a:r>
                <a:rPr lang="en-US" sz="2171" spc="347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-Avance significativo en dashboard admin.</a:t>
              </a:r>
            </a:p>
            <a:p>
              <a:pPr algn="l">
                <a:lnSpc>
                  <a:spcPts val="4126"/>
                </a:lnSpc>
              </a:pPr>
              <a:r>
                <a:rPr lang="en-US" sz="2171" spc="347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-Mejora de UX.</a:t>
              </a:r>
            </a:p>
            <a:p>
              <a:pPr algn="l">
                <a:lnSpc>
                  <a:spcPts val="4126"/>
                </a:lnSpc>
              </a:pPr>
              <a:r>
                <a:rPr lang="en-US" sz="2171" spc="347" b="true">
                  <a:solidFill>
                    <a:srgbClr val="FFFFFF"/>
                  </a:solidFill>
                  <a:latin typeface="Montserrat Bold"/>
                  <a:ea typeface="Montserrat Bold"/>
                  <a:cs typeface="Montserrat Bold"/>
                  <a:sym typeface="Montserrat Bold"/>
                </a:rPr>
                <a:t>-Documentación al dia.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28575"/>
              <a:ext cx="11917421" cy="7137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115"/>
                </a:lnSpc>
              </a:pPr>
              <a:r>
                <a:rPr lang="en-US" sz="3708" spc="444">
                  <a:solidFill>
                    <a:srgbClr val="FFFFFF"/>
                  </a:solidFill>
                  <a:latin typeface="Oswald"/>
                  <a:ea typeface="Oswald"/>
                  <a:cs typeface="Oswald"/>
                  <a:sym typeface="Oswald"/>
                </a:rPr>
                <a:t>SPRINT 7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342257" y="201932"/>
            <a:ext cx="16556737" cy="14474219"/>
            <a:chOff x="0" y="0"/>
            <a:chExt cx="929744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929744" cy="812800"/>
            </a:xfrm>
            <a:custGeom>
              <a:avLst/>
              <a:gdLst/>
              <a:ahLst/>
              <a:cxnLst/>
              <a:rect r="r" b="b" t="t" l="l"/>
              <a:pathLst>
                <a:path h="812800" w="929744">
                  <a:moveTo>
                    <a:pt x="464872" y="0"/>
                  </a:moveTo>
                  <a:cubicBezTo>
                    <a:pt x="208130" y="0"/>
                    <a:pt x="0" y="181951"/>
                    <a:pt x="0" y="406400"/>
                  </a:cubicBezTo>
                  <a:cubicBezTo>
                    <a:pt x="0" y="630849"/>
                    <a:pt x="208130" y="812800"/>
                    <a:pt x="464872" y="812800"/>
                  </a:cubicBezTo>
                  <a:cubicBezTo>
                    <a:pt x="721614" y="812800"/>
                    <a:pt x="929744" y="630849"/>
                    <a:pt x="929744" y="406400"/>
                  </a:cubicBezTo>
                  <a:cubicBezTo>
                    <a:pt x="929744" y="181951"/>
                    <a:pt x="721614" y="0"/>
                    <a:pt x="464872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87163" y="57150"/>
              <a:ext cx="755417" cy="6794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8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-6830224" y="-6459533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-3986589">
            <a:off x="14535176" y="-3994863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6"/>
                </a:lnTo>
                <a:lnTo>
                  <a:pt x="0" y="1015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84885" y="3875313"/>
            <a:ext cx="6423898" cy="11147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180"/>
              </a:lnSpc>
            </a:pPr>
            <a:r>
              <a:rPr lang="en-US" b="true" sz="6652" spc="651">
                <a:solidFill>
                  <a:srgbClr val="FFFFFF"/>
                </a:solidFill>
                <a:latin typeface="Oswald Bold"/>
                <a:ea typeface="Oswald Bold"/>
                <a:cs typeface="Oswald Bold"/>
                <a:sym typeface="Oswald Bold"/>
              </a:rPr>
              <a:t>ESTADÍSTICAS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4885" y="4942441"/>
            <a:ext cx="6157372" cy="1496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2"/>
              </a:lnSpc>
            </a:pPr>
            <a:r>
              <a:rPr lang="en-US" sz="2893" spc="28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-Comparativa de tareas terminadas/Completadas/Por hacer.</a:t>
            </a:r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256045" y="385334"/>
            <a:ext cx="10655456" cy="10510720"/>
          </a:xfrm>
          <a:prstGeom prst="rect">
            <a:avLst/>
          </a:prstGeom>
        </p:spPr>
      </p:pic>
      <p:sp>
        <p:nvSpPr>
          <p:cNvPr name="Freeform 10" id="10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830224" y="-6459533"/>
            <a:ext cx="12110389" cy="12426705"/>
          </a:xfrm>
          <a:custGeom>
            <a:avLst/>
            <a:gdLst/>
            <a:ahLst/>
            <a:cxnLst/>
            <a:rect r="r" b="b" t="t" l="l"/>
            <a:pathLst>
              <a:path h="12426705" w="12110389">
                <a:moveTo>
                  <a:pt x="0" y="0"/>
                </a:moveTo>
                <a:lnTo>
                  <a:pt x="12110389" y="0"/>
                </a:lnTo>
                <a:lnTo>
                  <a:pt x="12110389" y="12426705"/>
                </a:lnTo>
                <a:lnTo>
                  <a:pt x="0" y="124267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986589">
            <a:off x="14535176" y="-3994863"/>
            <a:ext cx="9894000" cy="10152425"/>
          </a:xfrm>
          <a:custGeom>
            <a:avLst/>
            <a:gdLst/>
            <a:ahLst/>
            <a:cxnLst/>
            <a:rect r="r" b="b" t="t" l="l"/>
            <a:pathLst>
              <a:path h="10152425" w="9894000">
                <a:moveTo>
                  <a:pt x="0" y="0"/>
                </a:moveTo>
                <a:lnTo>
                  <a:pt x="9894000" y="0"/>
                </a:lnTo>
                <a:lnTo>
                  <a:pt x="9894000" y="10152426"/>
                </a:lnTo>
                <a:lnTo>
                  <a:pt x="0" y="1015242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0" y="2081985"/>
          <a:ext cx="4956464" cy="8229600"/>
        </p:xfrm>
        <a:graphic>
          <a:graphicData uri="http://schemas.openxmlformats.org/presentationml/2006/ole">
            <p:oleObj imgW="6591300" imgH="9867900" r:id="rId6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5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graphicFrame>
        <p:nvGraphicFramePr>
          <p:cNvPr name="Object 6" id="6"/>
          <p:cNvGraphicFramePr/>
          <p:nvPr/>
        </p:nvGraphicFramePr>
        <p:xfrm>
          <a:off x="7960270" y="6184492"/>
          <a:ext cx="12101512" cy="5029200"/>
        </p:xfrm>
        <a:graphic>
          <a:graphicData uri="http://schemas.openxmlformats.org/presentationml/2006/ole">
            <p:oleObj imgW="14516100" imgH="7442200" r:id="rId8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7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7960270" y="0"/>
            <a:ext cx="10327730" cy="6179919"/>
          </a:xfrm>
          <a:custGeom>
            <a:avLst/>
            <a:gdLst/>
            <a:ahLst/>
            <a:cxnLst/>
            <a:rect r="r" b="b" t="t" l="l"/>
            <a:pathLst>
              <a:path h="6179919" w="10327730">
                <a:moveTo>
                  <a:pt x="0" y="0"/>
                </a:moveTo>
                <a:lnTo>
                  <a:pt x="10327730" y="0"/>
                </a:lnTo>
                <a:lnTo>
                  <a:pt x="10327730" y="6179919"/>
                </a:lnTo>
                <a:lnTo>
                  <a:pt x="0" y="617991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4027" t="0" r="-1352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54034" y="1595679"/>
            <a:ext cx="7706236" cy="4863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2"/>
              </a:lnSpc>
            </a:pPr>
            <a:r>
              <a:rPr lang="en-US" b="true" sz="2893" spc="283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Porcentaje avance de proyecto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3840489" y="1156325"/>
            <a:ext cx="11715789" cy="12431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10172"/>
              </a:lnSpc>
              <a:spcBef>
                <a:spcPct val="0"/>
              </a:spcBef>
            </a:pPr>
            <a:r>
              <a:rPr lang="en-US" b="true" sz="7371" spc="722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LOGROS SPRINT 7</a:t>
            </a:r>
          </a:p>
        </p:txBody>
      </p:sp>
      <p:sp>
        <p:nvSpPr>
          <p:cNvPr name="Freeform 3" id="3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580377">
            <a:off x="12764389" y="4378355"/>
            <a:ext cx="12102934" cy="12419055"/>
          </a:xfrm>
          <a:custGeom>
            <a:avLst/>
            <a:gdLst/>
            <a:ahLst/>
            <a:cxnLst/>
            <a:rect r="r" b="b" t="t" l="l"/>
            <a:pathLst>
              <a:path h="12419055" w="12102934">
                <a:moveTo>
                  <a:pt x="0" y="0"/>
                </a:moveTo>
                <a:lnTo>
                  <a:pt x="12102934" y="0"/>
                </a:lnTo>
                <a:lnTo>
                  <a:pt x="12102934" y="12419055"/>
                </a:lnTo>
                <a:lnTo>
                  <a:pt x="0" y="1241905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887923">
            <a:off x="12564157" y="-8669322"/>
            <a:ext cx="13977230" cy="14342307"/>
          </a:xfrm>
          <a:custGeom>
            <a:avLst/>
            <a:gdLst/>
            <a:ahLst/>
            <a:cxnLst/>
            <a:rect r="r" b="b" t="t" l="l"/>
            <a:pathLst>
              <a:path h="14342307" w="13977230">
                <a:moveTo>
                  <a:pt x="0" y="0"/>
                </a:moveTo>
                <a:lnTo>
                  <a:pt x="13977230" y="0"/>
                </a:lnTo>
                <a:lnTo>
                  <a:pt x="13977230" y="14342307"/>
                </a:lnTo>
                <a:lnTo>
                  <a:pt x="0" y="1434230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04467" y="6715477"/>
            <a:ext cx="3120959" cy="3120959"/>
          </a:xfrm>
          <a:custGeom>
            <a:avLst/>
            <a:gdLst/>
            <a:ahLst/>
            <a:cxnLst/>
            <a:rect r="r" b="b" t="t" l="l"/>
            <a:pathLst>
              <a:path h="3120959" w="3120959">
                <a:moveTo>
                  <a:pt x="0" y="0"/>
                </a:moveTo>
                <a:lnTo>
                  <a:pt x="3120959" y="0"/>
                </a:lnTo>
                <a:lnTo>
                  <a:pt x="3120959" y="3120959"/>
                </a:lnTo>
                <a:lnTo>
                  <a:pt x="0" y="312095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066304" y="3156851"/>
            <a:ext cx="9337298" cy="2699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b="true" sz="3122" spc="30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-FUNCION</a:t>
            </a:r>
            <a:r>
              <a:rPr lang="en-US" b="true" sz="3122" spc="30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ES PANEL ADMIN.</a:t>
            </a:r>
          </a:p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b="true" sz="3122" spc="30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-FUNCIONES PANEL JUEZ.</a:t>
            </a:r>
          </a:p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b="true" sz="3122" spc="30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-REDISEÑO PANELES</a:t>
            </a:r>
          </a:p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b="true" sz="3122" spc="30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-MODELO DE DATOS NORMALIZADO</a:t>
            </a:r>
          </a:p>
          <a:p>
            <a:pPr algn="ctr">
              <a:lnSpc>
                <a:spcPts val="4309"/>
              </a:lnSpc>
              <a:spcBef>
                <a:spcPct val="0"/>
              </a:spcBef>
            </a:pPr>
            <a:r>
              <a:rPr lang="en-US" b="true" sz="3122" spc="306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-DOCUMENTACIÓN AL DIA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27400" y="3710908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8184549" y="3710908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3211120" y="-407610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2" y="0"/>
                </a:lnTo>
                <a:lnTo>
                  <a:pt x="9333422" y="9577207"/>
                </a:lnTo>
                <a:lnTo>
                  <a:pt x="0" y="957720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13037470" y="3710908"/>
            <a:ext cx="1835290" cy="1835290"/>
          </a:xfrm>
          <a:custGeom>
            <a:avLst/>
            <a:gdLst/>
            <a:ahLst/>
            <a:cxnLst/>
            <a:rect r="r" b="b" t="t" l="l"/>
            <a:pathLst>
              <a:path h="1835290" w="1835290">
                <a:moveTo>
                  <a:pt x="0" y="0"/>
                </a:moveTo>
                <a:lnTo>
                  <a:pt x="1835290" y="0"/>
                </a:lnTo>
                <a:lnTo>
                  <a:pt x="1835290" y="1835290"/>
                </a:lnTo>
                <a:lnTo>
                  <a:pt x="0" y="183529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3367511" y="1458275"/>
            <a:ext cx="11552977" cy="11667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587"/>
              </a:lnSpc>
            </a:pPr>
            <a:r>
              <a:rPr lang="en-US" b="true" sz="6947" spc="368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OBJETIVOS PROXIMO SPRINT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63037" y="-5866298"/>
            <a:ext cx="9333423" cy="9577206"/>
          </a:xfrm>
          <a:custGeom>
            <a:avLst/>
            <a:gdLst/>
            <a:ahLst/>
            <a:cxnLst/>
            <a:rect r="r" b="b" t="t" l="l"/>
            <a:pathLst>
              <a:path h="9577206" w="9333423">
                <a:moveTo>
                  <a:pt x="0" y="0"/>
                </a:moveTo>
                <a:lnTo>
                  <a:pt x="9333423" y="0"/>
                </a:lnTo>
                <a:lnTo>
                  <a:pt x="9333423" y="9577206"/>
                </a:lnTo>
                <a:lnTo>
                  <a:pt x="0" y="95772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887814">
            <a:off x="14993922" y="7627206"/>
            <a:ext cx="7634959" cy="7834379"/>
          </a:xfrm>
          <a:custGeom>
            <a:avLst/>
            <a:gdLst/>
            <a:ahLst/>
            <a:cxnLst/>
            <a:rect r="r" b="b" t="t" l="l"/>
            <a:pathLst>
              <a:path h="7834379" w="7634959">
                <a:moveTo>
                  <a:pt x="0" y="0"/>
                </a:moveTo>
                <a:lnTo>
                  <a:pt x="7634958" y="0"/>
                </a:lnTo>
                <a:lnTo>
                  <a:pt x="7634958" y="7834379"/>
                </a:lnTo>
                <a:lnTo>
                  <a:pt x="0" y="78343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4176364">
            <a:off x="-4084727" y="8222639"/>
            <a:ext cx="8815232" cy="9045480"/>
          </a:xfrm>
          <a:custGeom>
            <a:avLst/>
            <a:gdLst/>
            <a:ahLst/>
            <a:cxnLst/>
            <a:rect r="r" b="b" t="t" l="l"/>
            <a:pathLst>
              <a:path h="9045480" w="8815232">
                <a:moveTo>
                  <a:pt x="0" y="0"/>
                </a:moveTo>
                <a:lnTo>
                  <a:pt x="8815232" y="0"/>
                </a:lnTo>
                <a:lnTo>
                  <a:pt x="8815232" y="9045481"/>
                </a:lnTo>
                <a:lnTo>
                  <a:pt x="0" y="904548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2619704" y="5933218"/>
            <a:ext cx="3250682" cy="554732"/>
            <a:chOff x="0" y="0"/>
            <a:chExt cx="870410" cy="148536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Desarrollo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476853" y="5933218"/>
            <a:ext cx="3250682" cy="554732"/>
            <a:chOff x="0" y="0"/>
            <a:chExt cx="870410" cy="148536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Documentación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2329774" y="5933218"/>
            <a:ext cx="3250682" cy="554732"/>
            <a:chOff x="0" y="0"/>
            <a:chExt cx="870410" cy="148536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CI/CD</a:t>
              </a: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3211618" y="4244552"/>
            <a:ext cx="1486995" cy="745356"/>
          </a:xfrm>
          <a:custGeom>
            <a:avLst/>
            <a:gdLst/>
            <a:ahLst/>
            <a:cxnLst/>
            <a:rect r="r" b="b" t="t" l="l"/>
            <a:pathLst>
              <a:path h="745356" w="1486995">
                <a:moveTo>
                  <a:pt x="0" y="0"/>
                </a:moveTo>
                <a:lnTo>
                  <a:pt x="1486995" y="0"/>
                </a:lnTo>
                <a:lnTo>
                  <a:pt x="1486995" y="745356"/>
                </a:lnTo>
                <a:lnTo>
                  <a:pt x="0" y="745356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8368400" y="3956167"/>
            <a:ext cx="1463361" cy="1168860"/>
          </a:xfrm>
          <a:custGeom>
            <a:avLst/>
            <a:gdLst/>
            <a:ahLst/>
            <a:cxnLst/>
            <a:rect r="r" b="b" t="t" l="l"/>
            <a:pathLst>
              <a:path h="1168860" w="1463361">
                <a:moveTo>
                  <a:pt x="0" y="0"/>
                </a:moveTo>
                <a:lnTo>
                  <a:pt x="1463361" y="0"/>
                </a:lnTo>
                <a:lnTo>
                  <a:pt x="1463361" y="1168860"/>
                </a:lnTo>
                <a:lnTo>
                  <a:pt x="0" y="1168860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441785" y="4039368"/>
            <a:ext cx="1532839" cy="1178370"/>
          </a:xfrm>
          <a:custGeom>
            <a:avLst/>
            <a:gdLst/>
            <a:ahLst/>
            <a:cxnLst/>
            <a:rect r="r" b="b" t="t" l="l"/>
            <a:pathLst>
              <a:path h="1178370" w="1532839">
                <a:moveTo>
                  <a:pt x="0" y="0"/>
                </a:moveTo>
                <a:lnTo>
                  <a:pt x="1532839" y="0"/>
                </a:lnTo>
                <a:lnTo>
                  <a:pt x="1532839" y="1178370"/>
                </a:lnTo>
                <a:lnTo>
                  <a:pt x="0" y="1178370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2582863" y="6760621"/>
            <a:ext cx="3250682" cy="554732"/>
            <a:chOff x="0" y="0"/>
            <a:chExt cx="870410" cy="14853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Mejorar UX</a:t>
              </a: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2582863" y="7591577"/>
            <a:ext cx="3250682" cy="1210781"/>
            <a:chOff x="0" y="0"/>
            <a:chExt cx="870410" cy="324202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870410" cy="324202"/>
            </a:xfrm>
            <a:custGeom>
              <a:avLst/>
              <a:gdLst/>
              <a:ahLst/>
              <a:cxnLst/>
              <a:rect r="r" b="b" t="t" l="l"/>
              <a:pathLst>
                <a:path h="324202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81332"/>
                  </a:lnTo>
                  <a:cubicBezTo>
                    <a:pt x="870410" y="305008"/>
                    <a:pt x="851217" y="324202"/>
                    <a:pt x="827541" y="324202"/>
                  </a:cubicBezTo>
                  <a:lnTo>
                    <a:pt x="42869" y="324202"/>
                  </a:lnTo>
                  <a:cubicBezTo>
                    <a:pt x="19193" y="324202"/>
                    <a:pt x="0" y="305008"/>
                    <a:pt x="0" y="281332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-228600"/>
              <a:ext cx="870410" cy="55280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357"/>
                </a:lnSpc>
                <a:spcBef>
                  <a:spcPct val="0"/>
                </a:spcBef>
              </a:pPr>
              <a:r>
                <a:rPr lang="en-US" b="true" sz="2424" spc="140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Corrección de detalles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7474739" y="6760621"/>
            <a:ext cx="3250682" cy="554732"/>
            <a:chOff x="0" y="0"/>
            <a:chExt cx="870410" cy="14853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Actualizables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518659" y="7591577"/>
            <a:ext cx="3250682" cy="1258940"/>
            <a:chOff x="0" y="0"/>
            <a:chExt cx="870410" cy="33709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870410" cy="337097"/>
            </a:xfrm>
            <a:custGeom>
              <a:avLst/>
              <a:gdLst/>
              <a:ahLst/>
              <a:cxnLst/>
              <a:rect r="r" b="b" t="t" l="l"/>
              <a:pathLst>
                <a:path h="337097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294227"/>
                  </a:lnTo>
                  <a:cubicBezTo>
                    <a:pt x="870410" y="317903"/>
                    <a:pt x="851217" y="337097"/>
                    <a:pt x="827541" y="337097"/>
                  </a:cubicBezTo>
                  <a:lnTo>
                    <a:pt x="42869" y="337097"/>
                  </a:lnTo>
                  <a:cubicBezTo>
                    <a:pt x="19193" y="337097"/>
                    <a:pt x="0" y="317903"/>
                    <a:pt x="0" y="29422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38125"/>
              <a:ext cx="870410" cy="575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Manejo de metricas</a:t>
              </a:r>
            </a:p>
          </p:txBody>
        </p:sp>
      </p:grpSp>
      <p:grpSp>
        <p:nvGrpSpPr>
          <p:cNvPr name="Group 35" id="35"/>
          <p:cNvGrpSpPr/>
          <p:nvPr/>
        </p:nvGrpSpPr>
        <p:grpSpPr>
          <a:xfrm rot="0">
            <a:off x="12329774" y="6760621"/>
            <a:ext cx="3250682" cy="554732"/>
            <a:chOff x="0" y="0"/>
            <a:chExt cx="870410" cy="148536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37" id="37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Deploy</a:t>
              </a:r>
            </a:p>
          </p:txBody>
        </p:sp>
      </p:grpSp>
      <p:grpSp>
        <p:nvGrpSpPr>
          <p:cNvPr name="Group 38" id="38"/>
          <p:cNvGrpSpPr/>
          <p:nvPr/>
        </p:nvGrpSpPr>
        <p:grpSpPr>
          <a:xfrm rot="0">
            <a:off x="12329774" y="7591577"/>
            <a:ext cx="3250682" cy="554732"/>
            <a:chOff x="0" y="0"/>
            <a:chExt cx="870410" cy="148536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70410" cy="148536"/>
            </a:xfrm>
            <a:custGeom>
              <a:avLst/>
              <a:gdLst/>
              <a:ahLst/>
              <a:cxnLst/>
              <a:rect r="r" b="b" t="t" l="l"/>
              <a:pathLst>
                <a:path h="148536" w="870410">
                  <a:moveTo>
                    <a:pt x="42869" y="0"/>
                  </a:moveTo>
                  <a:lnTo>
                    <a:pt x="827541" y="0"/>
                  </a:lnTo>
                  <a:cubicBezTo>
                    <a:pt x="851217" y="0"/>
                    <a:pt x="870410" y="19193"/>
                    <a:pt x="870410" y="42869"/>
                  </a:cubicBezTo>
                  <a:lnTo>
                    <a:pt x="870410" y="105667"/>
                  </a:lnTo>
                  <a:cubicBezTo>
                    <a:pt x="870410" y="129343"/>
                    <a:pt x="851217" y="148536"/>
                    <a:pt x="827541" y="148536"/>
                  </a:cubicBezTo>
                  <a:lnTo>
                    <a:pt x="42869" y="148536"/>
                  </a:lnTo>
                  <a:cubicBezTo>
                    <a:pt x="31500" y="148536"/>
                    <a:pt x="20596" y="144020"/>
                    <a:pt x="12556" y="135980"/>
                  </a:cubicBezTo>
                  <a:cubicBezTo>
                    <a:pt x="4517" y="127941"/>
                    <a:pt x="0" y="117037"/>
                    <a:pt x="0" y="105667"/>
                  </a:cubicBezTo>
                  <a:lnTo>
                    <a:pt x="0" y="42869"/>
                  </a:lnTo>
                  <a:cubicBezTo>
                    <a:pt x="0" y="19193"/>
                    <a:pt x="19193" y="0"/>
                    <a:pt x="42869" y="0"/>
                  </a:cubicBezTo>
                  <a:close/>
                </a:path>
              </a:pathLst>
            </a:custGeom>
            <a:solidFill>
              <a:srgbClr val="F2F4F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238125"/>
              <a:ext cx="870410" cy="3866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5578"/>
                </a:lnSpc>
                <a:spcBef>
                  <a:spcPct val="0"/>
                </a:spcBef>
              </a:pPr>
              <a:r>
                <a:rPr lang="en-US" b="true" sz="2524" spc="146">
                  <a:solidFill>
                    <a:srgbClr val="131211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Feedback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00F0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10580377">
            <a:off x="9161036" y="-10318990"/>
            <a:ext cx="24036383" cy="24664199"/>
          </a:xfrm>
          <a:custGeom>
            <a:avLst/>
            <a:gdLst/>
            <a:ahLst/>
            <a:cxnLst/>
            <a:rect r="r" b="b" t="t" l="l"/>
            <a:pathLst>
              <a:path h="24664199" w="24036383">
                <a:moveTo>
                  <a:pt x="0" y="0"/>
                </a:moveTo>
                <a:lnTo>
                  <a:pt x="24036383" y="0"/>
                </a:lnTo>
                <a:lnTo>
                  <a:pt x="24036383" y="24664198"/>
                </a:lnTo>
                <a:lnTo>
                  <a:pt x="0" y="246641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561733" y="2105045"/>
            <a:ext cx="8097687" cy="32419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3015"/>
              </a:lnSpc>
              <a:spcBef>
                <a:spcPct val="0"/>
              </a:spcBef>
            </a:pPr>
            <a:r>
              <a:rPr lang="en-US" b="true" sz="9431" spc="924">
                <a:solidFill>
                  <a:srgbClr val="F2F4F5"/>
                </a:solidFill>
                <a:latin typeface="Oswald Bold"/>
                <a:ea typeface="Oswald Bold"/>
                <a:cs typeface="Oswald Bold"/>
                <a:sym typeface="Oswald Bold"/>
              </a:rPr>
              <a:t>MUCHAS GRACIAS</a:t>
            </a: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0" y="-138930"/>
            <a:ext cx="6342257" cy="1419080"/>
          </a:xfrm>
          <a:custGeom>
            <a:avLst/>
            <a:gdLst/>
            <a:ahLst/>
            <a:cxnLst/>
            <a:rect r="r" b="b" t="t" l="l"/>
            <a:pathLst>
              <a:path h="1419080" w="6342257">
                <a:moveTo>
                  <a:pt x="0" y="0"/>
                </a:moveTo>
                <a:lnTo>
                  <a:pt x="6342257" y="0"/>
                </a:lnTo>
                <a:lnTo>
                  <a:pt x="6342257" y="1419080"/>
                </a:lnTo>
                <a:lnTo>
                  <a:pt x="0" y="14190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DAG0yMxYriA</dc:identifier>
  <dcterms:modified xsi:type="dcterms:W3CDTF">2011-08-01T06:04:30Z</dcterms:modified>
  <cp:revision>1</cp:revision>
  <dc:title>Presentación propuesta de negocio colorativo profesional negro</dc:title>
</cp:coreProperties>
</file>